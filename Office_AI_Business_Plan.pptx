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KS 심사위원/정부지원 행정 업무 자동화를 위한</a:t>
            </a:r>
          </a:p>
          <a:p>
            <a:r>
              <a:t>중소기업 전용 AI 에이전트 서비스</a:t>
            </a:r>
          </a:p>
          <a:p/>
          <a:p>
            <a:r>
              <a:t>발표자: 노진광 대표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1. 문제 인식: 중소기업의 인력난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만성적인 전문 인력 부족 현상</a:t>
            </a:r>
          </a:p>
          <a:p>
            <a:pPr lvl="1"/>
            <a:r>
              <a:t>• 국내 중소기업 80% 이상이 인력난 호소</a:t>
            </a:r>
          </a:p>
          <a:p>
            <a:pPr lvl="1"/>
            <a:r>
              <a:t>• 기획/품질관리/인증 등 특수 직무 수행 인력 채용 불가</a:t>
            </a:r>
          </a:p>
          <a:p>
            <a:br/>
            <a:pPr>
              <a:defRPr b="1">
                <a:solidFill>
                  <a:srgbClr val="3B82F6"/>
                </a:solidFill>
              </a:defRPr>
            </a:pPr>
            <a:r>
              <a:t>핵심 Pain Point</a:t>
            </a:r>
          </a:p>
          <a:p>
            <a:pPr lvl="1"/>
            <a:r>
              <a:t>• 복잡한 서류 작성 부담으로 정부지원사업(R&amp;D 등) 포기</a:t>
            </a:r>
          </a:p>
          <a:p>
            <a:pPr lvl="1"/>
            <a:r>
              <a:t>• 잦은 담당자 퇴사로 인한 KS 심사 준비 단절 및 컨설팅 비용 발생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1. 문제 인식: 기존 AI의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범용 AI(ChatGPT)의 부적합성</a:t>
            </a:r>
          </a:p>
          <a:p>
            <a:pPr lvl="1"/>
            <a:r>
              <a:t>• 한국형 행정 양식(HWP) 및 법적 심사 기준 이해도 부족</a:t>
            </a:r>
          </a:p>
          <a:p>
            <a:pPr lvl="1"/>
            <a:r>
              <a:t>• '환각(Hallucination)' 현상으로 인한 신뢰성 결여</a:t>
            </a:r>
          </a:p>
          <a:p>
            <a:br/>
            <a:pPr>
              <a:defRPr b="1">
                <a:solidFill>
                  <a:srgbClr val="3B82F6"/>
                </a:solidFill>
              </a:defRPr>
            </a:pPr>
            <a:r>
              <a:t>높은 진입 장벽</a:t>
            </a:r>
          </a:p>
          <a:p>
            <a:pPr lvl="1"/>
            <a:r>
              <a:t>• 5060세대 대표자들에게 프롬프트 엔지니어링은 너무 어려움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2. 해결 방안: Office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KS 심사위원이 직접 설계한 AI 비서</a:t>
            </a:r>
          </a:p>
          <a:p>
            <a:pPr lvl="1"/>
            <a:r>
              <a:t>• 핵심 기능: 기업 데이터 입력 시 사업계획서/심사 서류 자동 생성</a:t>
            </a:r>
          </a:p>
          <a:p>
            <a:pPr lvl="1"/>
            <a:r>
              <a:t>• 도메인 특화 RAG (Domain-Specific RAG) 적용</a:t>
            </a:r>
          </a:p>
          <a:p>
            <a:pPr lvl="2"/>
            <a:r>
              <a:t>  - 실제 KS 인증 심사 기준서 및 합격 데이터셋 학습</a:t>
            </a:r>
          </a:p>
          <a:p>
            <a:pPr lvl="2"/>
            <a:r>
              <a:t>  - 심사위원 페르소나를 통한 'Self-Check' 모의 평가 기능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2. 해결 방안: 경쟁력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전문성 검증 및 편의성</a:t>
            </a:r>
          </a:p>
          <a:p>
            <a:pPr lvl="1">
              <a:defRPr b="1">
                <a:solidFill>
                  <a:srgbClr val="3B82F6"/>
                </a:solidFill>
              </a:defRPr>
            </a:pPr>
            <a:r>
              <a:t>• 압도적인 도메인 지식 (Unfair Advantage)</a:t>
            </a:r>
          </a:p>
          <a:p>
            <a:pPr lvl="2"/>
            <a:r>
              <a:t>  - KSA 심사팀 출신 + 에너지 기업 CEO의 현장 경험 결합</a:t>
            </a:r>
          </a:p>
          <a:p>
            <a:pPr lvl="2"/>
            <a:r>
              <a:t>  - 경쟁사(단순 개발자 그룹)가 모방하기 힘든 심사 노하우 보유</a:t>
            </a:r>
          </a:p>
          <a:p>
            <a:pPr lvl="1">
              <a:defRPr b="1">
                <a:solidFill>
                  <a:srgbClr val="3B82F6"/>
                </a:solidFill>
              </a:defRPr>
            </a:pPr>
            <a:r>
              <a:t>• 초간편 Chat Interface</a:t>
            </a:r>
          </a:p>
          <a:p>
            <a:pPr lvl="2"/>
            <a:r>
              <a:t>  - "자금 필요해", "인증 받아야 해" 등 단순 명령어로 실행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3. 성장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Scale-up &amp; Go-to-Market</a:t>
            </a:r>
          </a:p>
          <a:p>
            <a:pPr lvl="1"/>
            <a:r>
              <a:t>• 초기 타겟 (Beachhead Market): 태양광 시공/제조 업체</a:t>
            </a:r>
          </a:p>
          <a:p>
            <a:pPr lvl="2"/>
            <a:r>
              <a:t>  - 서류 작업 과다 &amp; CEO의 4억 규모 계약 관리 네트워크 활용</a:t>
            </a:r>
          </a:p>
          <a:p>
            <a:br/>
            <a:pPr>
              <a:defRPr b="1">
                <a:solidFill>
                  <a:srgbClr val="3B82F6"/>
                </a:solidFill>
              </a:defRPr>
            </a:pPr>
            <a:r>
              <a:t>비즈니스 모델 (BM)</a:t>
            </a:r>
          </a:p>
          <a:p>
            <a:pPr lvl="1"/>
            <a:r>
              <a:t>• 구독 모델: 월 20만 원 (AI 행정 비서)</a:t>
            </a:r>
          </a:p>
          <a:p>
            <a:pPr lvl="1"/>
            <a:r>
              <a:t>• 성공 보수: 정부 과제 선정 시 수수료 3~5%</a:t>
            </a:r>
          </a:p>
          <a:p>
            <a:pPr lvl="1"/>
            <a:r>
              <a:t>• 컨설팅 연계: 전문가 매칭 중개 수수료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4. 팀 구성 (Team)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대표자 역량: 노진광 (Biz &amp; Tech 융합)</a:t>
            </a:r>
          </a:p>
          <a:p>
            <a:pPr lvl="1"/>
            <a:r>
              <a:t>• Energy: 정도에코에너지/나이케이네트웍스 대표</a:t>
            </a:r>
          </a:p>
          <a:p>
            <a:pPr lvl="2"/>
            <a:r>
              <a:t>  - 대규모 태양광 발전소 시공 및 운영 등 계약 총괄</a:t>
            </a:r>
          </a:p>
          <a:p>
            <a:pPr lvl="1"/>
            <a:r>
              <a:t>• Certification: 한국표준협회(KSA) 심사팀 출신</a:t>
            </a:r>
          </a:p>
          <a:p>
            <a:pPr lvl="2"/>
            <a:r>
              <a:t>  - KS 인증, ISO 심사 프로세스 설계 전문성</a:t>
            </a:r>
          </a:p>
          <a:p>
            <a:pPr lvl="1"/>
            <a:r>
              <a:t>• Digital: AI Server 구축 및 노코드 자동화 역량</a:t>
            </a:r>
          </a:p>
          <a:p>
            <a:pPr lvl="2"/>
            <a:r>
              <a:t>  - NotebookLM, Claude 활용한 에이전트 서비스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