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1097280"/>
            <a:ext cx="7589520" cy="4663440"/>
          </a:xfrm>
          <a:prstGeom prst="rect">
            <a:avLst/>
          </a:prstGeom>
          <a:solidFill>
            <a:srgbClr val="151526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13716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  <a:latin typeface="맑은 고딕"/>
              </a:rPr>
              <a:t>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56032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D4FF"/>
                </a:solidFill>
                <a:latin typeface="맑은 고딕"/>
              </a:rPr>
              <a:t>가라온 브로즈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38328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맑은 고딕"/>
              </a:rPr>
              <a:t>보드게임카페 전용 스마트 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9319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77799"/>
                </a:solidFill>
                <a:latin typeface="맑은 고딕"/>
              </a:rPr>
              <a:t>게임 추천 · 방문자 관리 · 음악 플레이어 · 집주인 호출 · 게임 도구 8종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572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44FF"/>
                </a:solidFill>
                <a:latin typeface="맑은 고딕"/>
              </a:rPr>
              <a:t>🟣 Supabase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572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FF88"/>
                </a:solidFill>
                <a:latin typeface="맑은 고딕"/>
              </a:rPr>
              <a:t>🟢 Netlify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572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맑은 고딕"/>
              </a:rPr>
              <a:t>🔵 n8n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572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맑은 고딕"/>
              </a:rPr>
              <a:t>🟡 Telegram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55"/>
                </a:solidFill>
                <a:latin typeface="맑은 고딕"/>
              </a:rPr>
              <a:t>2026. 03  ·  by JK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맑은 고딕"/>
              </a:rPr>
              <a:t>📋  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097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프로젝트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99"/>
                </a:solidFill>
                <a:latin typeface="맑은 고딕"/>
              </a:rPr>
              <a:t>무엇을 왜 만들었는가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53035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FF88"/>
                </a:solidFill>
                <a:latin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77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서비스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99"/>
                </a:solidFill>
                <a:latin typeface="맑은 고딕"/>
              </a:rPr>
              <a:t>6개 화면 &amp; 기술 스택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53035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C44FF"/>
                </a:solidFill>
                <a:latin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657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게임 추천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99"/>
                </a:solidFill>
                <a:latin typeface="맑은 고딕"/>
              </a:rPr>
              <a:t>인원수·연령대 기반 필터링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54880"/>
            <a:ext cx="53035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37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게임 DB 관리 (GBHQ)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394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99"/>
                </a:solidFill>
                <a:latin typeface="맑은 고딕"/>
              </a:rPr>
              <a:t>보드게임·맨손게임·호출메뉴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035040"/>
            <a:ext cx="53035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430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4466"/>
                </a:solidFill>
                <a:latin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097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방문자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99"/>
                </a:solidFill>
                <a:latin typeface="맑은 고딕"/>
              </a:rPr>
              <a:t>QR 체크인·방문기록·단체사진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194560"/>
            <a:ext cx="53035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423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맑은 고딕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377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게임 도구 8종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99"/>
                </a:solidFill>
                <a:latin typeface="맑은 고딕"/>
              </a:rPr>
              <a:t>사다리·퀴즈·타이머 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53035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703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FF88"/>
                </a:solidFill>
                <a:latin typeface="맑은 고딕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657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음악 플레이어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99"/>
                </a:solidFill>
                <a:latin typeface="맑은 고딕"/>
              </a:rPr>
              <a:t>Spotify 연동·페이지 이동 재생유지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54880"/>
            <a:ext cx="53035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9834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C44FF"/>
                </a:solidFill>
                <a:latin typeface="맑은 고딕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937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집주인 호출 &amp; 알림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5394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99"/>
                </a:solidFill>
                <a:latin typeface="맑은 고딕"/>
              </a:rPr>
              <a:t>텔레그램 실시간 연동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6035040"/>
            <a:ext cx="53035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FF88"/>
                </a:solidFill>
                <a:latin typeface="맑은 고딕"/>
              </a:rPr>
              <a:t>01  |  프로젝트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맑은 고딕"/>
              </a:rPr>
              <a:t>🏪  개발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가라온·라온 형제를 위한 프라이빗 보드게임카페를 운영하면서
게임 추천, 방문자 관리, 주문 호출 등을 수작업으로 처리하는
비효율을 해소하고자 전용 앱을 개발하였습니다.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맑은 고딕"/>
              </a:rPr>
              <a:t>🎯  핵심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✅  인원수·나이에 맞는 게임 자동 추천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044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✅  방문자 체크인/아웃 및 방문기록 카드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799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✅  아이들 ↔ 집주인 실시간 텔레그램 호출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5546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✅  사다리·퀴즈·타이머 등 게임 보조 도구 제공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309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✅  배경음악 Spotify 재생 (페이지 이동 중에도 유지)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05840"/>
            <a:ext cx="5212080" cy="5303520"/>
          </a:xfrm>
          <a:prstGeom prst="rect">
            <a:avLst/>
          </a:prstGeom>
          <a:solidFill>
            <a:srgbClr val="151526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0972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  <a:latin typeface="맑은 고딕"/>
              </a:rPr>
              <a:t>⚙️  기술 스택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맑은 고딕"/>
              </a:rPr>
              <a:t>프론트엔드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순수 HTML · CSS · JavaScript (No Framework)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219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맑은 고딕"/>
              </a:rPr>
              <a:t>데이터베이스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219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Supabase (PostgreSQL + Storage)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523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맑은 고딕"/>
              </a:rPr>
              <a:t>음악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523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Spotify Embed API  +  iframe SPA 방식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8269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맑은 고딕"/>
              </a:rPr>
              <a:t>알림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826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Telegram Bot API  (양방향 메시지)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130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맑은 고딕"/>
              </a:rPr>
              <a:t>배포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8130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Netlify  →  office-ai.app/garaon-bros/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343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맑은 고딕"/>
              </a:rPr>
              <a:t>자동화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n8n Cloud  (Webhook 연동)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873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맑은 고딕"/>
              </a:rPr>
              <a:t>이미지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737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Wikipedia API  +  QR 촬영 업로드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041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맑은 고딕"/>
              </a:rPr>
              <a:t>AI 검색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40410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게임 정보 자동 입력 (ChatGPT 연동)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C44FF"/>
                </a:solidFill>
                <a:latin typeface="맑은 고딕"/>
              </a:rPr>
              <a:t>02  |  서비스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143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맑은 고딕"/>
              </a:rPr>
              <a:t>메인 허브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55"/>
                </a:solidFill>
                <a:latin typeface="맑은 고딕"/>
              </a:rPr>
              <a:t>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체크인·메뉴 진입점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005840"/>
            <a:ext cx="36576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143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88"/>
                </a:solidFill>
                <a:latin typeface="맑은 고딕"/>
              </a:rPr>
              <a:t>게임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55"/>
                </a:solidFill>
                <a:latin typeface="맑은 고딕"/>
              </a:rPr>
              <a:t>recommend.html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인원수·연령대 필터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005840"/>
            <a:ext cx="36576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143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맑은 고딕"/>
              </a:rPr>
              <a:t>게임 DB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55"/>
                </a:solidFill>
                <a:latin typeface="맑은 고딕"/>
              </a:rPr>
              <a:t>gbhq.html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1031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게임 등록·편집·호출메뉴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36576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CC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🛠️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7033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44FF"/>
                </a:solidFill>
                <a:latin typeface="맑은 고딕"/>
              </a:rPr>
              <a:t>게임 도구 8종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160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55"/>
                </a:solidFill>
                <a:latin typeface="맑은 고딕"/>
              </a:rPr>
              <a:t>game-tools.html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사다리·퀴즈·타이머 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566160"/>
            <a:ext cx="36576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FF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7033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7033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66"/>
                </a:solidFill>
                <a:latin typeface="맑은 고딕"/>
              </a:rPr>
              <a:t>게임 후기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160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55"/>
                </a:solidFill>
                <a:latin typeface="맑은 고딕"/>
              </a:rPr>
              <a:t>review.html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663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별점·코멘트 기록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3566160"/>
            <a:ext cx="36576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7033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7033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맑은 고딕"/>
              </a:rPr>
              <a:t>QR 촬영 업로드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160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55"/>
                </a:solidFill>
                <a:latin typeface="맑은 고딕"/>
              </a:rPr>
              <a:t>upload.html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663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방문자 프로필 사진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1371600"/>
            <a:ext cx="45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77799"/>
                </a:solidFill>
                <a:latin typeface="맑은 고딕"/>
              </a:rPr>
              <a:t>🔧  공유 모듈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C44FF"/>
                </a:solidFill>
                <a:latin typeface="맑은 고딕"/>
              </a:rPr>
              <a:t>03  |  게임 추천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44FF"/>
                </a:solidFill>
                <a:latin typeface="맑은 고딕"/>
              </a:rPr>
              <a:t>🎯  추천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03520" cy="749808"/>
          </a:xfrm>
          <a:prstGeom prst="rect">
            <a:avLst/>
          </a:prstGeom>
          <a:solidFill>
            <a:srgbClr val="151526"/>
          </a:solidFill>
          <a:ln w="25400">
            <a:solidFill>
              <a:srgbClr val="CC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맑은 고딕"/>
              </a:rP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00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인원수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5681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2명 ~ 10명+ 버튼 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5303520" cy="749808"/>
          </a:xfrm>
          <a:prstGeom prst="rect">
            <a:avLst/>
          </a:prstGeom>
          <a:solidFill>
            <a:srgbClr val="151526"/>
          </a:solidFill>
          <a:ln w="25400">
            <a:solidFill>
              <a:srgbClr val="CC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328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맑은 고딕"/>
              </a:rP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연령대 필터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2549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아동(~10) / 청소년(11~17) / 성인(18+) / 전체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5303520" cy="749808"/>
          </a:xfrm>
          <a:prstGeom prst="rect">
            <a:avLst/>
          </a:prstGeom>
          <a:solidFill>
            <a:srgbClr val="151526"/>
          </a:solidFill>
          <a:ln w="25400">
            <a:solidFill>
              <a:srgbClr val="CC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015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맑은 고딕"/>
              </a:rPr>
              <a:t>3️⃣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37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카테고리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941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전략·카드·파티·협력·추리·경제·공포·롤플레이 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0520"/>
            <a:ext cx="5303520" cy="749808"/>
          </a:xfrm>
          <a:prstGeom prst="rect">
            <a:avLst/>
          </a:prstGeom>
          <a:solidFill>
            <a:srgbClr val="151526"/>
          </a:solidFill>
          <a:ln w="25400">
            <a:solidFill>
              <a:srgbClr val="CC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702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맑은 고딕"/>
              </a:rPr>
              <a:t>4️⃣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06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결과 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6285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이미지·난이도·플레이시간·재미도 표시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5303520" cy="749808"/>
          </a:xfrm>
          <a:prstGeom prst="rect">
            <a:avLst/>
          </a:prstGeom>
          <a:solidFill>
            <a:srgbClr val="151526"/>
          </a:solidFill>
          <a:ln w="25400">
            <a:solidFill>
              <a:srgbClr val="CC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389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맑은 고딕"/>
              </a:rPr>
              <a:t>5️⃣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74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상세 보기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4315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규칙·팁·YouTube 영상·AI 검색 자동 입력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005840"/>
            <a:ext cx="5212080" cy="5303520"/>
          </a:xfrm>
          <a:prstGeom prst="rect">
            <a:avLst/>
          </a:prstGeom>
          <a:solidFill>
            <a:srgbClr val="151526"/>
          </a:solidFill>
          <a:ln w="25400">
            <a:solidFill>
              <a:srgbClr val="CC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0972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44FF"/>
                </a:solidFill>
                <a:latin typeface="맑은 고딕"/>
              </a:rPr>
              <a:t>🗄️  DB 테이블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맑은 고딕"/>
              </a:rPr>
              <a:t>📦 board_games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0756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·  name / name_en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404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·  min_players / max_players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7340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·  play_time_min / difficulty / fun_score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0632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·  categories[]  age_min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39242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·  image_url / description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721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·  rules / tips / youtube_url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1879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맑은 고딕"/>
              </a:rPr>
              <a:t>📦 hand_games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5720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·  name / min_players / max_players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9011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·  categories[]  age_min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2303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·  description / rules / tips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5595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  ·  materials (도구 없이 하는 게임)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D700"/>
                </a:solidFill>
                <a:latin typeface="맑은 고딕"/>
              </a:rPr>
              <a:t>04  |  게임 DB 관리  (GBHQ)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2377440"/>
          </a:xfrm>
          <a:prstGeom prst="rect">
            <a:avLst/>
          </a:prstGeom>
          <a:solidFill>
            <a:srgbClr val="151526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맑은 고딕"/>
              </a:rPr>
              <a:t>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972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맑은 고딕"/>
              </a:rPr>
              <a:t>보드게임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· 게임 목록 카드형 UI
· 수정 아이콘(우상단) + 상세보기
· AI 검색으로 이름 입력 시 자동 채우기
· Wikipedia 이미지 자동 가져오기
· YouTube 인라인 재생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486400" cy="2377440"/>
          </a:xfrm>
          <a:prstGeom prst="rect">
            <a:avLst/>
          </a:prstGeom>
          <a:solidFill>
            <a:srgbClr val="15152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972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맑은 고딕"/>
              </a:rPr>
              <a:t>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0972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88"/>
                </a:solidFill>
                <a:latin typeface="맑은 고딕"/>
              </a:rPr>
              <a:t>맨손 게임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916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· 도구 없이 사람끼리 하는 게임
· 별도 테이블 (hand_games)
· 카테고리: 언어·신체·추리·창의
· 인원수·연령대 필터 동일 적용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486400" cy="2377440"/>
          </a:xfrm>
          <a:prstGeom prst="rect">
            <a:avLst/>
          </a:prstGeom>
          <a:solidFill>
            <a:srgbClr val="151526"/>
          </a:solidFill>
          <a:ln w="25400">
            <a:solidFill>
              <a:srgbClr val="CC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맑은 고딕"/>
              </a:rPr>
              <a:t>🧑‍🤝‍🧑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44FF"/>
                </a:solidFill>
                <a:latin typeface="맑은 고딕"/>
              </a:rPr>
              <a:t>방문자·방문기록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434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· QR 촬영으로 프로필 사진 업로드
· 이모지 아바타 선택
· 방문기록 카드형 UI (3개월~전체)
· 단체사진 업로드 (최대 5장)
· 방문기록 ↔ 게임 호출 이력 연동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657600"/>
            <a:ext cx="5486400" cy="2377440"/>
          </a:xfrm>
          <a:prstGeom prst="rect">
            <a:avLst/>
          </a:prstGeom>
          <a:solidFill>
            <a:srgbClr val="151526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맑은 고딕"/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490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맑은 고딕"/>
              </a:rPr>
              <a:t>호출 메뉴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3434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· 메뉴 아이템 등록 (이름·이모지)
· 솔드아웃(품절) 표시 기능
· 아이들 → 텔레그램으로 집주인 호출
· 집주인 → 아이들 메시지 수신
· 확인 시 자동 텔레그램 답장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4466"/>
                </a:solidFill>
                <a:latin typeface="맑은 고딕"/>
              </a:rPr>
              <a:t>05  |  방문자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4466"/>
                </a:solidFill>
                <a:latin typeface="맑은 고딕"/>
              </a:rPr>
              <a:t>📲  체크인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66"/>
                </a:solidFill>
                <a:latin typeface="맑은 고딕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이름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기존 방문자 자동완성 지원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53035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591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66"/>
                </a:solidFill>
                <a:latin typeface="맑은 고딕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591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나이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2491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연령대 필터에 자동 반영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90672"/>
            <a:ext cx="53035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6382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66"/>
                </a:solidFill>
                <a:latin typeface="맑은 고딕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638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사진 방식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2958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① QR 촬영  ② 이모지 아바타 선택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95344"/>
            <a:ext cx="53035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6849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66"/>
                </a:solidFill>
                <a:latin typeface="맑은 고딕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684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QR 촬영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3425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일회용 토큰 생성 → 폰 카메라 → Supabase Storage 업로드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00016"/>
            <a:ext cx="53035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731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66"/>
                </a:solidFill>
                <a:latin typeface="맑은 고딕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7731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체크인 완료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3892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방문기록 자동 생성 + 환영 팝업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04688"/>
            <a:ext cx="53035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005840"/>
            <a:ext cx="5212080" cy="5303520"/>
          </a:xfrm>
          <a:prstGeom prst="rect">
            <a:avLst/>
          </a:prstGeom>
          <a:solidFill>
            <a:srgbClr val="151526"/>
          </a:solidFill>
          <a:ln w="25400">
            <a:solidFill>
              <a:srgbClr val="FF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0972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4466"/>
                </a:solidFill>
                <a:latin typeface="맑은 고딕"/>
              </a:rPr>
              <a:t>📋  방문기록 기능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916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맑은 고딕"/>
              </a:rPr>
              <a:t>·  카드형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6916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방문자 사진·이름·호출이력 카드로 표시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350008"/>
            <a:ext cx="48463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4231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맑은 고딕"/>
              </a:rPr>
              <a:t>·  기간 필터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4231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3개월 / 6개월 / 1년 / 전체 선택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081528"/>
            <a:ext cx="48463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1546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맑은 고딕"/>
              </a:rPr>
              <a:t>·  호출 이력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1546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item_label·item_emoji·note 컬럼으로 기록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813048"/>
            <a:ext cx="48463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886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맑은 고딕"/>
              </a:rPr>
              <a:t>·  단체사진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8862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QR 촬영 방식, 최대 5장 업로드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4544568"/>
            <a:ext cx="48463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6177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맑은 고딕"/>
              </a:rPr>
              <a:t>·  사진 삭제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6177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단체사진 개별 삭제 버튼(X)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5276088"/>
            <a:ext cx="48463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53492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맑은 고딕"/>
              </a:rPr>
              <a:t>·  체크아웃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53492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하단 바에서 선택 인원 일괄 체크아웃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6007608"/>
            <a:ext cx="48463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D4FF"/>
                </a:solidFill>
                <a:latin typeface="맑은 고딕"/>
              </a:rPr>
              <a:t>06  |  게임 도구  8종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7432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맑은 고딕"/>
              </a:rPr>
              <a:t>1. 사다리 게임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참여자 이름 입력 → 자동 사다리 생성
결과 애니메이션으로 공정하게 결정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005840"/>
            <a:ext cx="27432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0972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맑은 고딕"/>
              </a:rPr>
              <a:t>2. 보드게임 퀴즈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402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카테고리별 퀴즈 + 정지 버튼
타이머 연동으로 긴장감 연출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27432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0972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⏱️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맑은 고딕"/>
              </a:rPr>
              <a:t>3. 게임 타이머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402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카운트다운 + 경고음
다음 라운드 자동 리셋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005840"/>
            <a:ext cx="27432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CC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0972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44FF"/>
                </a:solidFill>
                <a:latin typeface="맑은 고딕"/>
              </a:rPr>
              <a:t>4. 주사위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2402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1~6 랜덤 굴리기
다중 주사위 동시 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66160"/>
            <a:ext cx="27432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576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343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맑은 고딕"/>
              </a:rPr>
              <a:t>5. 카드 셔플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00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카드 덱 가상 셔플
원하는 장수 뽑기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566160"/>
            <a:ext cx="27432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6576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343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맑은 고딕"/>
              </a:rPr>
              <a:t>6. 점수판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800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팀별·인원별 점수 기록
라운드별 히스토리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566160"/>
            <a:ext cx="27432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6576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343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맑은 고딕"/>
              </a:rPr>
              <a:t>7. BGM 플레이어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800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Spotify 통합
페이지 이동 중에도 재생 유지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3566160"/>
            <a:ext cx="2743200" cy="2286000"/>
          </a:xfrm>
          <a:prstGeom prst="rect">
            <a:avLst/>
          </a:prstGeom>
          <a:solidFill>
            <a:srgbClr val="151526"/>
          </a:solidFill>
          <a:ln w="25400">
            <a:solidFill>
              <a:srgbClr val="CC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36576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343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44FF"/>
                </a:solidFill>
                <a:latin typeface="맑은 고딕"/>
              </a:rPr>
              <a:t>8. 게임 검색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800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실시간 필터링
DB 전체 게임 빠른 탐색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FF88"/>
                </a:solidFill>
                <a:latin typeface="맑은 고딕"/>
              </a:rPr>
              <a:t>07  |  음악 플레이어  (Spotify 연동)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맑은 고딕"/>
              </a:rPr>
              <a:t>🎵  핵심 기술: iframe SPA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일반적인 SPA에서 페이지를 이동하면 Spotify 재생이 끊깁니다.
이를 해결하기 위해 메인 페이지를 Spotify 플레이어 호스트로 고정하고,
나머지 콘텐츠를 &lt;iframe&gt; 내에서 로드하는 방식을 적용했습니다.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5486400" cy="566928"/>
          </a:xfrm>
          <a:prstGeom prst="rect">
            <a:avLst/>
          </a:prstGeom>
          <a:solidFill>
            <a:srgbClr val="15152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992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992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맑은 고딕"/>
              </a:rPr>
              <a:t>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9992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곡·앨범·플레이리스트 통합 검색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84448"/>
            <a:ext cx="5486400" cy="566928"/>
          </a:xfrm>
          <a:prstGeom prst="rect">
            <a:avLst/>
          </a:prstGeom>
          <a:solidFill>
            <a:srgbClr val="15152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</a:rPr>
              <a:t>▶️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6576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맑은 고딕"/>
              </a:rPr>
              <a:t>재생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657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Spotify Embed API 자동 연동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42816"/>
            <a:ext cx="5486400" cy="566928"/>
          </a:xfrm>
          <a:prstGeom prst="rect">
            <a:avLst/>
          </a:prstGeom>
          <a:solidFill>
            <a:srgbClr val="15152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15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맑은 고딕"/>
              </a:rPr>
              <a:t>반응형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3159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음악 배너 동적 레이아웃 (빔프로젝터 모드)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01184"/>
            <a:ext cx="5486400" cy="566928"/>
          </a:xfrm>
          <a:prstGeom prst="rect">
            <a:avLst/>
          </a:prstGeom>
          <a:solidFill>
            <a:srgbClr val="15152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743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</a:rP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97433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맑은 고딕"/>
              </a:rPr>
              <a:t>유지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9743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iframe 네비게이션으로 음악 끊김 없이 페이지 이동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59552"/>
            <a:ext cx="5486400" cy="566928"/>
          </a:xfrm>
          <a:prstGeom prst="rect">
            <a:avLst/>
          </a:prstGeom>
          <a:solidFill>
            <a:srgbClr val="15152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6327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</a:rPr>
              <a:t>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63270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맑은 고딕"/>
              </a:rPr>
              <a:t>로그인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6327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비회원도 미리듣기 / 회원은 전곡 재생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005840"/>
            <a:ext cx="5212080" cy="5303520"/>
          </a:xfrm>
          <a:prstGeom prst="rect">
            <a:avLst/>
          </a:prstGeom>
          <a:solidFill>
            <a:srgbClr val="151526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0972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88"/>
                </a:solidFill>
                <a:latin typeface="맑은 고딕"/>
              </a:rPr>
              <a:t>🔄  페이지 이동 흐름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6916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맑은 고딕"/>
              </a:rPr>
              <a:t>▶ 메인 페이지 로드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0574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Spotify iframe 초기화 + 음악 재생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5603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맑은 고딕"/>
              </a:rPr>
              <a:t>↓ 콘텐츠 영역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926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별도 &lt;iframe&gt;으로 서브 페이지 렌더링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42900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맑은 고딕"/>
              </a:rPr>
              <a:t>↓ 링크 클릭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7947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location.href 인터셉트 → iframe.src 변경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2976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맑은 고딕"/>
              </a:rPr>
              <a:t>↓ 서브 페이지 이동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6634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메인 Spotify 플레이어 영향 없음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1663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44FF"/>
                </a:solidFill>
                <a:latin typeface="맑은 고딕"/>
              </a:rPr>
              <a:t>↓ 카드 클릭 방식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5321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99"/>
                </a:solidFill>
                <a:latin typeface="맑은 고딕"/>
              </a:rPr>
              <a:t>onclick 직접 호출로 음악 끊김 완전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C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C44FF"/>
                </a:solidFill>
                <a:latin typeface="맑은 고딕"/>
              </a:rPr>
              <a:t>08  |  집주인 호출  &amp;  텔레그램 연동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44FF"/>
                </a:solidFill>
                <a:latin typeface="맑은 고딕"/>
              </a:rPr>
              <a:t>🔄  양방향 실시간 메시지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303520" cy="2103120"/>
          </a:xfrm>
          <a:prstGeom prst="rect">
            <a:avLst/>
          </a:prstGeom>
          <a:solidFill>
            <a:srgbClr val="151526"/>
          </a:solidFill>
          <a:ln w="25400">
            <a:solidFill>
              <a:srgbClr val="CC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44FF"/>
                </a:solidFill>
                <a:latin typeface="맑은 고딕"/>
              </a:rPr>
              <a:t>📱 아이들  →  집주인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① 호출 메뉴에서 아이템 탭 (ex: 🍕 피자 주세요)
② 앱에서 Telegram Bot API 직접 호출
③ 집주인 텔레그램으로 주문 내용 도착
④ 방문기록에 호출 이력 자동 저장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5303520" cy="1920240"/>
          </a:xfrm>
          <a:prstGeom prst="rect">
            <a:avLst/>
          </a:prstGeom>
          <a:solidFill>
            <a:srgbClr val="151526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맑은 고딕"/>
              </a:rPr>
              <a:t>💬 집주인  →  아이들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① 집주인이 텔레그램에서 메시지 전송
② 앱이 n8n Webhook으로 메시지 수신
③ 모달 팝업 + 알림음 반복 재생
④ 확인 버튼 → 텔레그램 자동 답장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005840"/>
            <a:ext cx="5212080" cy="5303520"/>
          </a:xfrm>
          <a:prstGeom prst="rect">
            <a:avLst/>
          </a:prstGeom>
          <a:solidFill>
            <a:srgbClr val="151526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0972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맑은 고딕"/>
              </a:rPr>
              <a:t>🛒  호출 메뉴 특별 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맑은 고딕"/>
              </a:rPr>
              <a:t>·  솔드아웃(품절)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08483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관리자가 품절 처리 → 아이들 화면에
빨간 SOLD OUT 뱃지 표시, 탭 비활성화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697480"/>
            <a:ext cx="48463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788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  <a:latin typeface="맑은 고딕"/>
              </a:rPr>
              <a:t>·  이모지 피커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18211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메뉴 등록 시 이모지 선택 팝업
시각적으로 구분하기 쉽게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794760"/>
            <a:ext cx="48463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886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4466"/>
                </a:solidFill>
                <a:latin typeface="맑은 고딕"/>
              </a:rPr>
              <a:t>·  실시간 알림음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27939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집주인 메시지 수신 시 알림음 반복
확인 전까지 계속 재생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892040"/>
            <a:ext cx="48463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9834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맑은 고딕"/>
              </a:rPr>
              <a:t>·  메시지 히스토리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37667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호출 내역을 방문기록과 연동
 item_label·item_emoji·note 저장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5989320"/>
            <a:ext cx="48463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18320" cy="5394960"/>
          </a:xfrm>
          <a:prstGeom prst="rect">
            <a:avLst/>
          </a:prstGeom>
          <a:solidFill>
            <a:srgbClr val="151526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8229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맑은 고딕"/>
              </a:rPr>
              <a:t>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FF"/>
                </a:solidFill>
                <a:latin typeface="맑은 고딕"/>
              </a:rPr>
              <a:t>가라온 브로즈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60604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D700"/>
                </a:solidFill>
                <a:latin typeface="맑은 고딕"/>
              </a:rPr>
              <a:t>보드게임카페 전용 스마트 앱  —  완성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291840"/>
            <a:ext cx="7589520" cy="594360"/>
          </a:xfrm>
          <a:prstGeom prst="rect">
            <a:avLst/>
          </a:prstGeom>
          <a:solidFill>
            <a:srgbClr val="1E1E38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3337560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  <a:latin typeface="맑은 고딕"/>
              </a:rPr>
              <a:t>🌐  https://office-ai.app/garaon-bros/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0690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77799"/>
                </a:solidFill>
                <a:latin typeface="맑은 고딕"/>
              </a:rPr>
              <a:t>💡  향후 계획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99"/>
                </a:solidFill>
                <a:latin typeface="맑은 고딕"/>
              </a:rPr>
              <a:t>· 게임 리뷰 별점 누적 통계 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9103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99"/>
                </a:solidFill>
                <a:latin typeface="맑은 고딕"/>
              </a:rPr>
              <a:t>· 맞춤형 게임 추천 AI 강화 (플레이 이력 기반)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294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99"/>
                </a:solidFill>
                <a:latin typeface="맑은 고딕"/>
              </a:rPr>
              <a:t>· 방문자 포인트/도장 적립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67842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99"/>
                </a:solidFill>
                <a:latin typeface="맑은 고딕"/>
              </a:rPr>
              <a:t>· PWA 오프라인 지원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55"/>
                </a:solidFill>
                <a:latin typeface="맑은 고딕"/>
              </a:rPr>
              <a:t>JK Networks  ·  2026.03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